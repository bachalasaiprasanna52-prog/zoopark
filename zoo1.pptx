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resplendent-churros-5b1810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76453" y="348509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rPr dirty="0"/>
              <a:t>ZOO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3929" y="1600658"/>
            <a:ext cx="39270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rPr dirty="0"/>
              <a:t>A Home for Wildlife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1/7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0AAD0D-57FF-5FD0-2890-435BAF6EE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65" y="2112072"/>
            <a:ext cx="5953956" cy="4105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124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Zoo Parks protect animals and birds.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They create awareness about wildlife.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They help students learn through real-world observation.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2/7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1F42C5-C692-4736-CD51-7D8FA10AF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920" y="1537457"/>
            <a:ext cx="5669280" cy="3315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124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Animals in Zoo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Lion • Tiger • Elephant • Giraffe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Different birds, reptiles and mammals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Each species has special habits and habitats.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3/7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06EBAB-0680-1894-BD29-7F494B35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676" y="640080"/>
            <a:ext cx="5620534" cy="5601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Zoo Parks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Nehru Zoological Park – Hyderabad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Sri Venkateswara Zoological Park – Tirupati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Arignar Anna Zoological Park – Chennai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National Zoological Park –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4/7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6ACD90-80E0-7A7D-70D9-DFCDEE988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243" y="1273622"/>
            <a:ext cx="3148633" cy="2547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07346F-8A7C-EC90-2100-C853A0C3B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341" y="1273621"/>
            <a:ext cx="3211284" cy="2547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765F13-214E-F006-7B13-510F9FD15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244" y="3958039"/>
            <a:ext cx="3148633" cy="21227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8645B2-9719-535B-EF3D-B276A9CE8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341" y="3958038"/>
            <a:ext cx="3211284" cy="21227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124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Importance of Zoo Parks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Wildlife conservation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Animal care and protection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Education and awareness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Research and breeding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Family recreation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5/7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E3A1A7-07B3-B228-7B8E-3DABF5F3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22918"/>
            <a:ext cx="3877216" cy="433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124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Zoo Park Website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Home • Animals • Locations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Ticket information • Timings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Image gallery • Contact</a:t>
            </a:r>
          </a:p>
          <a:p>
            <a:pPr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t>Easy information for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4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5571" y="1347442"/>
            <a:ext cx="6142809" cy="4465864"/>
          </a:xfrm>
          <a:prstGeom prst="rect">
            <a:avLst/>
          </a:prstGeom>
          <a:solidFill>
            <a:srgbClr val="124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aseline="-25000" dirty="0">
                <a:hlinkClick r:id="rId2"/>
              </a:rPr>
              <a:t>https://resplendent-churros-5b1810.netlify.app/</a:t>
            </a:r>
            <a:endParaRPr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EB96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8180" y="1684933"/>
            <a:ext cx="4839789" cy="174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rPr dirty="0"/>
              <a:t>SAVE WILDLIFE • SAVE NATURE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r>
              <a:rPr dirty="0"/>
              <a:t>Protect animals today for future generations.</a:t>
            </a:r>
          </a:p>
          <a:p>
            <a:pPr algn="ctr">
              <a:spcAft>
                <a:spcPts val="1400"/>
              </a:spcAft>
              <a:defRPr sz="2100">
                <a:solidFill>
                  <a:srgbClr val="F5FAF5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EBDC"/>
                </a:solidFill>
              </a:defRPr>
            </a:pPr>
            <a:r>
              <a:t>Zoo Park Presentation  •  7/7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4C6FB5-6B50-13D6-03C5-5ED6A5B1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66" y="640080"/>
            <a:ext cx="4505954" cy="4763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174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padhu jurra</cp:lastModifiedBy>
  <cp:revision>5</cp:revision>
  <dcterms:created xsi:type="dcterms:W3CDTF">2013-01-27T09:14:16Z</dcterms:created>
  <dcterms:modified xsi:type="dcterms:W3CDTF">2026-10-05T07:28:31Z</dcterms:modified>
  <cp:category/>
</cp:coreProperties>
</file>